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AFA5F-2FFF-1F4F-A318-A76D82338357}" v="4" dt="2026-06-07T06:44:00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---------------------------- PROCESS ENDED (4644) for package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 ----------------------------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---------------------------- PROCESS STARTED (4727) for package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 ----------------------------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02:34:12.933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Internal Storage Path: /data/user/0/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/files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02:34:12.933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</a:t>
            </a:r>
            <a:r>
              <a:rPr lang="en-US" dirty="0" err="1">
                <a:ea typeface="+mj-lt"/>
                <a:cs typeface="+mj-lt"/>
              </a:rPr>
              <a:t>profileInstalled</a:t>
            </a:r>
            <a:endParaRPr lang="en-US" dirty="0" err="1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gemma-4-E2B-it.litertlm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gemma-4-E2B-it.litertlm_1780343481_2588147712_mldrift_weight_cache.bin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gemma-4-E2B-it.litertlm.xnnpack_cache_1780343481_2588147712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attachments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staged_image1780724116922.jpg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02:34:12.934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staged_image1780724947841.jpg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staged_image1780726183900.jpg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staged_image1780805260833.jpg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staged_image1780805302016.jpg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staged_image1780811615919.jpg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staged_image1780812392540.jpg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staged_image1780813544229.jpg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gemma-4-E2B-it.litertlm.vision_encoder.xnnpack_cache_1780343481_2588147712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02:34:12.938  4727-4727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onCreate</a:t>
            </a:r>
            <a:r>
              <a:rPr lang="en-US" dirty="0">
                <a:ea typeface="+mj-lt"/>
                <a:cs typeface="+mj-lt"/>
              </a:rPr>
              <a:t>() File Name: gemma-4-E2B-it.litertlm.vision_adapter.xnnpack_cache_1780343481_2588147712</a:t>
            </a:r>
            <a:endParaRPr lang="en-US" dirty="0"/>
          </a:p>
          <a:p>
            <a:r>
              <a:rPr lang="en-US" dirty="0">
                <a:ea typeface="+mj-lt"/>
                <a:cs typeface="+mj-lt"/>
              </a:rPr>
              <a:t>2026-06-07 02:34:13.070  4727-4750  </a:t>
            </a:r>
            <a:r>
              <a:rPr lang="en-US" dirty="0" err="1">
                <a:ea typeface="+mj-lt"/>
                <a:cs typeface="+mj-lt"/>
              </a:rPr>
              <a:t>ModelDownloadWorker</a:t>
            </a:r>
            <a:r>
              <a:rPr lang="en-US" dirty="0">
                <a:ea typeface="+mj-lt"/>
                <a:cs typeface="+mj-lt"/>
              </a:rPr>
              <a:t>     </a:t>
            </a:r>
            <a:r>
              <a:rPr lang="en-US" dirty="0" err="1">
                <a:ea typeface="+mj-lt"/>
                <a:cs typeface="+mj-lt"/>
              </a:rPr>
              <a:t>com.godwin.ondevice.myai</a:t>
            </a:r>
            <a:r>
              <a:rPr lang="en-US" dirty="0">
                <a:ea typeface="+mj-lt"/>
                <a:cs typeface="+mj-lt"/>
              </a:rPr>
              <a:t>             D  Inside </a:t>
            </a:r>
            <a:r>
              <a:rPr lang="en-US" dirty="0" err="1">
                <a:ea typeface="+mj-lt"/>
                <a:cs typeface="+mj-lt"/>
              </a:rPr>
              <a:t>triggerBackgroundModelDownload</a:t>
            </a:r>
            <a:r>
              <a:rPr lang="en-US" dirty="0">
                <a:ea typeface="+mj-lt"/>
                <a:cs typeface="+mj-lt"/>
              </a:rPr>
              <a:t>() Model file found locally. Skipping download scheduling entirely.</a:t>
            </a:r>
            <a:endParaRPr lang="en-US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---------------------------- PROCESS ENDED (4644) for package com.godwin.ondevice.myai ---------------------------- ---------------------------- PROCESS STARTED (4727) for package com.godwin.ondevice.myai ---------------------------- 2026-06-07 02:34:12.933  4727-4727  ModelDownloadWorker     com.godwin.ondevice.myai             D  Inside onCreate() Internal Storage Path: /data/user/0/com.godwin.ondevice.myai/files 2026-06-07 02:34:12.933  4727-4727  ModelDownloadWorker     com.godwin.ondevice.myai             D  Inside onCreate() File Name: profileInstalled 2026-06-07 02:34:12.934  4727-4727  ModelDownloadWorker     com.godwin.ondevice.myai             D  Inside onCreate() File Name: gemma-4-E2B-it.litertlm 2026-06-07 02:34:12.934  4727-4727  ModelDownloadWorker     com.godwin.ondevice.myai             D  Inside onCreate() File Name: gemma-4-E2B-it.litertlm_1780343481_2588147712_mldrift_weight_cache.bin 2026-06-07 02:34:12.934  4727-4727  ModelDownloadWorker     com.godwin.ondevice.myai             D  Inside onCreate() File Name: gemma-4-E2B-it.litertlm.xnnpack_cache_1780343481_2588147712 2026-06-07 02:34:12.934  4727-4727  ModelDownloadWorker     com.godwin.ondevice.myai             D  Inside onCreate() File Name: attachments 2026-06-07 02:34:12.934  4727-4727  ModelDownloadWorker     com.godwin.ondevice.myai             D  Inside onCreate() File Name: staged_image1780724116922.jpg 2026-06-07 02:34:12.934  4727-4727  ModelDownloadWorker     com.godwin.ondevice.myai             D  Inside onCreate() File Name: staged_image1780724947841.jpg 2026-06-07 02:34:12.938  4727-4727  ModelDownloadWorker     com.godwin.ondevice.myai             D  Inside onCreate() File Name: staged_image1780726183900.jpg 2026-06-07 02:34:12.938  4727-4727  ModelDownloadWorker     com.godwin.ondevice.myai             D  Inside onCreate() File Name: staged_image1780805260833.jpg 2026-06-07 02:34:12.938  4727-4727  ModelDownloadWorker     com.godwin.ondevice.myai             D  Inside onCreate() File Name: staged_image1780805302016.jpg 2026-06-07 02:34:12.938  4727-4727  ModelDownloadWorker     com.godwin.ondevice.myai             D  Inside onCreate() File Name: staged_image1780811615919.jpg 2026-06-07 02:34:12.938  4727-4727  ModelDownloadWorker     com.godwin.ondevice.myai             D  Inside onCreate() File Name: staged_image1780812392540.jpg 2026-06-07 02:34:12.938  4727-4727  ModelDownloadWorker     com.godwin.ondevice.myai             D  Inside onCreate() File Name: staged_image1780813544229.jpg 2026-06-07 02:34:12.938  4727-4727  ModelDownloadWorker     com.godwin.ondevice.myai             D  Inside onCreate() File Name: gemma-4-E2B-it.litertlm.vision_encoder.xnnpack_cache_1780343481_2588147712 2026-06-07 02:34:12.938  4727-4727  ModelDownloadWorker     com.godwin.ondevice.myai             D  Inside onCreate() File Name: gemma-4-E2B-it.litertlm.vision_adapter.xnnpack_cache_1780343481_2588147712 2026-06-07 02:34:13.070  4727-4750  ModelDownloadWorker     com.godwin.ondevice.myai             D  Inside triggerBackgroundModelDownload() Model file found locally. Skipping download scheduling entirely.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2026-06-07T06:43:21Z</dcterms:created>
  <dcterms:modified xsi:type="dcterms:W3CDTF">2026-06-07T06:45:49Z</dcterms:modified>
</cp:coreProperties>
</file>